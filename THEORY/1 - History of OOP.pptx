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>
      <p:cViewPr varScale="1">
        <p:scale>
          <a:sx n="116" d="100"/>
          <a:sy n="116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F617-01A1-F6E3-EF26-2D63424E2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089C7-0BDC-B9E0-CAC8-B3FBA384C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2589-4621-0903-DD9A-F4F99A1A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24D6C-17FA-0278-74A8-B739B4E1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E921-0A35-3C86-DBEC-83C185EB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672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E4FC-2499-A58E-4911-494964CE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582B3-0C27-2CE5-A234-F4A03F584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9015A-146E-B8E8-BFE7-21746DDD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B99DF-C6FE-2414-44C6-160BC1AE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6A64-B866-2677-CB5A-9B2FEF71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7063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FE99-6802-089F-5F7E-46EC33E0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E28B1-7A7D-0150-D6C9-9B55B4679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585B1-A8DF-25D3-8D09-3615AB1C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068C9-333E-8AE7-1886-5AAE9A17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9B6E0-6A97-2015-2617-A3F5CFE9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3147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FCD7-DF39-F2BB-9D14-83248F2E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4DFB-C615-DF6D-BA8D-78F12C327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09755-6F52-9D87-ACC2-602F1E4FE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677B5-14E1-D3FE-5BF5-FC30345E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F8D5E-AB48-7FD2-089B-A524AA3B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B6493-1479-5819-1071-2053156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2932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FDF6-1793-307D-2AB6-0887D967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BD451-B40E-BE9C-41DD-173C7DBFD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63280-2D76-9D27-9350-DD02D3BB6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281E9-4CDD-E656-C9A1-945F381BD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C62E7-24AB-8627-4E16-50F6C5427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B2793-A2A6-93B6-A969-A7A7591A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15FD0-C6DB-49B3-1B40-04C73E97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377B6-A2BD-1370-084B-364A8578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919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3BE0-11B9-9A6D-A721-13F6DDE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42E07-4288-B7CD-934C-093C31F8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EEA57-11A0-C7A8-805F-427A1701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A7643-EE46-E895-B1F2-2AF953E1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28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F0283-C1EE-0E99-C41D-C06EA7A0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B5086-30D1-A9CC-A854-EB9A57B1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93563-88FD-503A-AD87-970D224A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920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3268-F5E0-C77F-99E5-BFB17868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FCE3C-89B6-558E-00DB-31DD03CE4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37A00-D6A7-B0A3-A033-D1A9D0BB8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84FA8-DE45-DCD1-1B74-2AB55390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9295D-4DA3-B57B-4644-9CBD10BC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B912C-B1C2-CE4D-9288-0BA44068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53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0876-7FBF-C0A4-A411-B9663820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9BDA9-9C40-A798-2112-BE0E02010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3B2C-B916-FC27-55C2-45EA438E8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E3F3A-EF89-8ABC-3897-4B3123AA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3F3C2-8CC8-BEF3-7CBE-9C046E2B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EFBDE-010E-C809-08E0-F4C9252B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107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BE47-C3D2-B640-006B-37A15495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27336-AF74-D96D-B314-4BF93F649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9357-5042-E659-50AD-7F8C0528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1A7F4-C8AC-8058-8401-F6ADA5CD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814EA-2827-6FD0-4555-12F20A38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13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77734-24B4-3161-BB36-BD22ABF2D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3A804-ADBB-A4F4-54C4-94FB1A36F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AF3C4-9970-03A4-0102-97E6A5E1C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5CBF-D419-BB52-A9F5-B2249846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C3660-5A2A-6125-EB34-BCD74884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134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6384-469E-75A5-66E8-5E5BC832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E4266-4355-2F4C-3986-5C1B55F14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4FD8C-FEDE-56EC-6C6D-911E99966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49C7B-E629-314D-900C-8C1E97C17B69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06D92-5687-1105-5332-2D21892C2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C94A7-E989-0F09-9C11-EC43AE8E7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4666C-DE40-0E4A-9A65-1DD90B3165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841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0173-F2D1-21BD-6FD0-DCB5BB38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History (brief)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3821-3D35-33FE-D819-2BCA93A72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Programming evolved from </a:t>
            </a:r>
            <a:r>
              <a:rPr lang="en-GB" b="1" dirty="0"/>
              <a:t>machine/assembly language</a:t>
            </a:r>
            <a:r>
              <a:rPr lang="en-GB" dirty="0"/>
              <a:t> → </a:t>
            </a:r>
            <a:r>
              <a:rPr lang="en-GB" b="1" dirty="0"/>
              <a:t>procedural programming</a:t>
            </a:r>
            <a:r>
              <a:rPr lang="en-GB" dirty="0"/>
              <a:t> (C, Pascal) → </a:t>
            </a:r>
            <a:r>
              <a:rPr lang="en-GB" b="1" dirty="0"/>
              <a:t>OOP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Procedural programming organizes code as a sequence of steps/functions operating on data. As programs grew large, this became hard to manage — data was separate from functions, making code error-prone and hard to reuse.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Simula</a:t>
            </a:r>
            <a:r>
              <a:rPr lang="en-GB" b="1" dirty="0"/>
              <a:t> 67</a:t>
            </a:r>
            <a:r>
              <a:rPr lang="en-GB" dirty="0"/>
              <a:t> (1967) introduced the first OOP concepts (classes, objects).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Smalltalk</a:t>
            </a:r>
            <a:r>
              <a:rPr lang="en-GB" dirty="0"/>
              <a:t> (1970s) fully developed OOP as a paradigm.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C++</a:t>
            </a:r>
            <a:r>
              <a:rPr lang="en-GB" dirty="0"/>
              <a:t> (Bjarne </a:t>
            </a:r>
            <a:r>
              <a:rPr lang="en-GB" dirty="0" err="1"/>
              <a:t>Stroustrup</a:t>
            </a:r>
            <a:r>
              <a:rPr lang="en-GB" dirty="0"/>
              <a:t>, 1980s) brought OOP to mainstream industry by adding OOP features to 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Later: Java, C#, Python adopted and refined OOP.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687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E74134E-F072-F75F-67CE-4A39B9AC61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67" y="778380"/>
            <a:ext cx="11242466" cy="530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00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CB9D-602D-E151-2FFD-67155206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Procedural &amp; Structured Programming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B4A0-F195-FFD1-DD21-E2313732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Early languages: Fortran, COBOL, Assembly </a:t>
            </a:r>
          </a:p>
          <a:p>
            <a:r>
              <a:rPr lang="en-GB" dirty="0"/>
              <a:t>Focused on writing procedures/functions to operate on data </a:t>
            </a:r>
          </a:p>
          <a:p>
            <a:r>
              <a:rPr lang="en-GB" dirty="0"/>
              <a:t>Problem: data and functions were separate — changes in one part often broke another, making large projects hard to manage</a:t>
            </a:r>
          </a:p>
          <a:p>
            <a:r>
              <a:rPr lang="en-GB" dirty="0"/>
              <a:t>Emerged to fix procedural limitations: ALGOL, then C </a:t>
            </a:r>
          </a:p>
          <a:p>
            <a:r>
              <a:rPr lang="en-GB" dirty="0"/>
              <a:t>Introduced loops, conditionals, modular functions </a:t>
            </a:r>
          </a:p>
          <a:p>
            <a:r>
              <a:rPr lang="en-GB" dirty="0"/>
              <a:t>Improved readability/reusability, but data and functions were still separate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6896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8A33-ADC0-FCAF-F655-7734C020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Birth of 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769D7-3F0A-9B00-8D38-2CFE852AA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227"/>
            <a:ext cx="10515600" cy="4722736"/>
          </a:xfrm>
        </p:spPr>
        <p:txBody>
          <a:bodyPr/>
          <a:lstStyle/>
          <a:p>
            <a:r>
              <a:rPr lang="en-GB" dirty="0"/>
              <a:t>Breakthrough: </a:t>
            </a:r>
            <a:r>
              <a:rPr lang="en-GB" b="1" dirty="0" err="1"/>
              <a:t>Simula</a:t>
            </a:r>
            <a:r>
              <a:rPr lang="en-GB" b="1" dirty="0"/>
              <a:t> (1967)</a:t>
            </a:r>
            <a:r>
              <a:rPr lang="en-GB" dirty="0"/>
              <a:t> — first OOP language, introduced classes &amp; objects </a:t>
            </a:r>
          </a:p>
          <a:p>
            <a:r>
              <a:rPr lang="en-GB" b="1" dirty="0"/>
              <a:t>Smalltalk (1972)</a:t>
            </a:r>
            <a:r>
              <a:rPr lang="en-GB" dirty="0"/>
              <a:t> — fully embraced OOP; introduced inheritance &amp; polymorphism as core principles</a:t>
            </a:r>
          </a:p>
          <a:p>
            <a:r>
              <a:rPr lang="en-GB" sz="3200" b="1" dirty="0"/>
              <a:t>OOP Gains Traction</a:t>
            </a:r>
            <a:endParaRPr lang="en-GB" b="1" dirty="0"/>
          </a:p>
          <a:p>
            <a:r>
              <a:rPr lang="en-GB" b="1" dirty="0"/>
              <a:t>C++ (1983)</a:t>
            </a:r>
            <a:r>
              <a:rPr lang="en-GB" dirty="0"/>
              <a:t> – Bjarne </a:t>
            </a:r>
            <a:r>
              <a:rPr lang="en-GB" dirty="0" err="1"/>
              <a:t>Stroustrup</a:t>
            </a:r>
            <a:r>
              <a:rPr lang="en-GB" dirty="0"/>
              <a:t>; added classes/inheritance to C</a:t>
            </a:r>
          </a:p>
          <a:p>
            <a:r>
              <a:rPr lang="en-GB" b="1" dirty="0"/>
              <a:t>Objective-C (1984)</a:t>
            </a:r>
            <a:r>
              <a:rPr lang="en-GB" dirty="0"/>
              <a:t> – Smalltalk-style messaging + C structure; basis of macOS/iOS dev </a:t>
            </a:r>
          </a:p>
          <a:p>
            <a:r>
              <a:rPr lang="en-GB" b="1" dirty="0"/>
              <a:t>Eiffel (1985)</a:t>
            </a:r>
            <a:r>
              <a:rPr lang="en-GB" dirty="0"/>
              <a:t> – Bertrand Meyer; focused on reliability &amp; maintainability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721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AE8D-C82E-EEA1-74A5-02F89895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Mainstream Adoption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A2379-12E0-DFC7-6E06-EF01C15F1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Java (1995)</a:t>
            </a:r>
            <a:r>
              <a:rPr lang="en-GB" dirty="0"/>
              <a:t> – Sun Microsystems; platform-independent, "Write Once, Run Anywhere" </a:t>
            </a:r>
          </a:p>
          <a:p>
            <a:r>
              <a:rPr lang="en-GB" b="1" dirty="0"/>
              <a:t>Python (1991)</a:t>
            </a:r>
            <a:r>
              <a:rPr lang="en-GB" dirty="0"/>
              <a:t> – started procedural, added OOP early; known for simplicity </a:t>
            </a:r>
          </a:p>
          <a:p>
            <a:r>
              <a:rPr lang="en-GB" b="1" dirty="0"/>
              <a:t>C# (2000)</a:t>
            </a:r>
            <a:r>
              <a:rPr lang="en-GB" dirty="0"/>
              <a:t> – Microsoft, part of .NET; influenced by Java, enterprise-focused</a:t>
            </a:r>
          </a:p>
          <a:p>
            <a:r>
              <a:rPr lang="en-GB" dirty="0"/>
              <a:t>Hybrid languages (Python, Ruby, JavaScript) blend OOP with functional/procedural styles </a:t>
            </a:r>
          </a:p>
          <a:p>
            <a:r>
              <a:rPr lang="en-GB" dirty="0"/>
              <a:t>Rise of </a:t>
            </a:r>
            <a:r>
              <a:rPr lang="en-GB" b="1" dirty="0"/>
              <a:t>design patterns</a:t>
            </a:r>
            <a:r>
              <a:rPr lang="en-GB" dirty="0"/>
              <a:t> for standardized problem-solving </a:t>
            </a:r>
          </a:p>
          <a:p>
            <a:r>
              <a:rPr lang="en-GB" dirty="0"/>
              <a:t>OOP applied in web/mobile frameworks: Rails, Django, Spring, React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4169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705B-E57E-A5FF-B6ED-480D9458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Criticism, Evolution &amp;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337C-6C1E-F9EB-44E0-610CB20E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OOP criticized as overly complex/rigid at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Alternatives explored: </a:t>
            </a:r>
            <a:r>
              <a:rPr lang="en-GB" b="1" dirty="0"/>
              <a:t>Functional Programming</a:t>
            </a:r>
            <a:r>
              <a:rPr lang="en-GB" dirty="0"/>
              <a:t> (Haskell, Scala, functional features in JS/Python)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Aspect-Oriented Programming (AOP)</a:t>
            </a:r>
            <a:r>
              <a:rPr lang="en-GB" dirty="0"/>
              <a:t> — addresses cross-cutting concerns OOP struggles with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Still a dominant paradigm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Likely deeper integration with other paradigms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Emerging influences: metaprogramming, machine learning, concurrency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213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456</Words>
  <Application>Microsoft Macintosh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Object-Oriented Programming</vt:lpstr>
      <vt:lpstr>History (brief)</vt:lpstr>
      <vt:lpstr>PowerPoint Presentation</vt:lpstr>
      <vt:lpstr>Procedural &amp; Structured Programming</vt:lpstr>
      <vt:lpstr>Birth of OOP</vt:lpstr>
      <vt:lpstr>Mainstream Adoption</vt:lpstr>
      <vt:lpstr>Criticism, Evolution &amp; Future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1</cp:revision>
  <dcterms:created xsi:type="dcterms:W3CDTF">2026-07-17T15:32:48Z</dcterms:created>
  <dcterms:modified xsi:type="dcterms:W3CDTF">2026-07-17T15:55:34Z</dcterms:modified>
</cp:coreProperties>
</file>